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f16082230c4f07" /><Relationship Type="http://schemas.openxmlformats.org/officeDocument/2006/relationships/extended-properties" Target="/docProps/app.xml" Id="R00a1e1e6eb2f471f" /><Relationship Type="http://schemas.openxmlformats.org/officeDocument/2006/relationships/officeDocument" Target="/ppt/presentation.xml" Id="R4d09fc94712841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b400bd243a42dc"/>
  </p:sldMasterIdLst>
  <p:notesMasterIdLst>
    <p:notesMasterId xmlns:r="http://schemas.openxmlformats.org/officeDocument/2006/relationships" r:id="Rf048546ec8ca4c9c"/>
  </p:notesMasterIdLst>
  <p:sldIdLst>
    <p:sldId xmlns:r="http://schemas.openxmlformats.org/officeDocument/2006/relationships" id="256" r:id="R09103f16c18646ce"/>
    <p:sldId xmlns:r="http://schemas.openxmlformats.org/officeDocument/2006/relationships" id="257" r:id="Rb2ab291cb04f4a0f"/>
    <p:sldId xmlns:r="http://schemas.openxmlformats.org/officeDocument/2006/relationships" id="258" r:id="R6cc2dc78a5024f84"/>
    <p:sldId xmlns:r="http://schemas.openxmlformats.org/officeDocument/2006/relationships" id="259" r:id="R9ed9c7d642ec43ce"/>
    <p:sldId xmlns:r="http://schemas.openxmlformats.org/officeDocument/2006/relationships" id="260" r:id="Rf57bbca626ea4a15"/>
    <p:sldId xmlns:r="http://schemas.openxmlformats.org/officeDocument/2006/relationships" id="261" r:id="Raa5ac002b3ba43b2"/>
    <p:sldId xmlns:r="http://schemas.openxmlformats.org/officeDocument/2006/relationships" id="262" r:id="R56fd6d22701e490d"/>
    <p:sldId xmlns:r="http://schemas.openxmlformats.org/officeDocument/2006/relationships" id="263" r:id="R0a8126d9d89f4848"/>
    <p:sldId xmlns:r="http://schemas.openxmlformats.org/officeDocument/2006/relationships" id="264" r:id="Rc8c24ac5cff244c4"/>
    <p:sldId xmlns:r="http://schemas.openxmlformats.org/officeDocument/2006/relationships" id="265" r:id="R4b44645127cc4681"/>
    <p:sldId xmlns:r="http://schemas.openxmlformats.org/officeDocument/2006/relationships" id="266" r:id="Raa5c02c332244142"/>
    <p:sldId xmlns:r="http://schemas.openxmlformats.org/officeDocument/2006/relationships" id="267" r:id="Rf9321e5c25274521"/>
    <p:sldId xmlns:r="http://schemas.openxmlformats.org/officeDocument/2006/relationships" id="268" r:id="Re2ffb357dfb94446"/>
    <p:sldId xmlns:r="http://schemas.openxmlformats.org/officeDocument/2006/relationships" id="269" r:id="Ra5308fdc6da44bad"/>
    <p:sldId xmlns:r="http://schemas.openxmlformats.org/officeDocument/2006/relationships" id="270" r:id="Rf2d8e87063a746b7"/>
    <p:sldId xmlns:r="http://schemas.openxmlformats.org/officeDocument/2006/relationships" id="271" r:id="Rdf11c163d636440b"/>
    <p:sldId xmlns:r="http://schemas.openxmlformats.org/officeDocument/2006/relationships" id="272" r:id="R1c2d9ec1fb754cc3"/>
    <p:sldId xmlns:r="http://schemas.openxmlformats.org/officeDocument/2006/relationships" id="273" r:id="R2f33fdd99cef4ba1"/>
    <p:sldId xmlns:r="http://schemas.openxmlformats.org/officeDocument/2006/relationships" id="274" r:id="R5380e467aba844de"/>
    <p:sldId xmlns:r="http://schemas.openxmlformats.org/officeDocument/2006/relationships" id="275" r:id="R864706bd49af4026"/>
    <p:sldId xmlns:r="http://schemas.openxmlformats.org/officeDocument/2006/relationships" id="276" r:id="R21049991a0bc45dd"/>
    <p:sldId xmlns:r="http://schemas.openxmlformats.org/officeDocument/2006/relationships" id="277" r:id="Rce72d224a1b941f5"/>
    <p:sldId xmlns:r="http://schemas.openxmlformats.org/officeDocument/2006/relationships" id="278" r:id="R82e53b6dda39427d"/>
    <p:sldId xmlns:r="http://schemas.openxmlformats.org/officeDocument/2006/relationships" id="279" r:id="R284ba34a5c0f4666"/>
    <p:sldId xmlns:r="http://schemas.openxmlformats.org/officeDocument/2006/relationships" id="280" r:id="R2f606048141d43de"/>
    <p:sldId xmlns:r="http://schemas.openxmlformats.org/officeDocument/2006/relationships" id="281" r:id="R86420bdfafbb4a5c"/>
    <p:sldId xmlns:r="http://schemas.openxmlformats.org/officeDocument/2006/relationships" id="282" r:id="R2ff48abb901e4a96"/>
    <p:sldId xmlns:r="http://schemas.openxmlformats.org/officeDocument/2006/relationships" id="283" r:id="R00df8a0cc3484200"/>
    <p:sldId xmlns:r="http://schemas.openxmlformats.org/officeDocument/2006/relationships" id="284" r:id="R7763eb8e93a04cf8"/>
    <p:sldId xmlns:r="http://schemas.openxmlformats.org/officeDocument/2006/relationships" id="285" r:id="R5cb93809afc8437f"/>
    <p:sldId xmlns:r="http://schemas.openxmlformats.org/officeDocument/2006/relationships" id="286" r:id="Rd13f45899d344883"/>
    <p:sldId xmlns:r="http://schemas.openxmlformats.org/officeDocument/2006/relationships" id="287" r:id="R62d83f947f254bf5"/>
    <p:sldId xmlns:r="http://schemas.openxmlformats.org/officeDocument/2006/relationships" id="288" r:id="Ra33fd68593e641b4"/>
    <p:sldId xmlns:r="http://schemas.openxmlformats.org/officeDocument/2006/relationships" id="289" r:id="Rec29d39fdca446e2"/>
    <p:sldId xmlns:r="http://schemas.openxmlformats.org/officeDocument/2006/relationships" id="290" r:id="Rdf1ad72827074364"/>
    <p:sldId xmlns:r="http://schemas.openxmlformats.org/officeDocument/2006/relationships" id="291" r:id="R2968e75a98a84924"/>
    <p:sldId xmlns:r="http://schemas.openxmlformats.org/officeDocument/2006/relationships" id="292" r:id="Rd52b445215ab4d6c"/>
    <p:sldId xmlns:r="http://schemas.openxmlformats.org/officeDocument/2006/relationships" id="293" r:id="Rf1130c13f3304a72"/>
    <p:sldId xmlns:r="http://schemas.openxmlformats.org/officeDocument/2006/relationships" id="294" r:id="R04b5941843904b75"/>
    <p:sldId xmlns:r="http://schemas.openxmlformats.org/officeDocument/2006/relationships" id="295" r:id="Rb8be31177a254c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cd1fb3959f47f4" /><Relationship Type="http://schemas.openxmlformats.org/officeDocument/2006/relationships/slideMaster" Target="/ppt/slideMasters/slideMaster1.xml" Id="R4fb400bd243a42dc" /><Relationship Type="http://schemas.openxmlformats.org/officeDocument/2006/relationships/notesMaster" Target="/ppt/notesMasters/notesMaster1.xml" Id="Rf048546ec8ca4c9c" /><Relationship Type="http://schemas.openxmlformats.org/officeDocument/2006/relationships/presProps" Target="/ppt/presProps.xml" Id="R106d417a0f7e44cb" /><Relationship Type="http://schemas.openxmlformats.org/officeDocument/2006/relationships/tableStyles" Target="/ppt/tableStyles.xml" Id="Rb0fde6c809ed44c0" /><Relationship Type="http://schemas.openxmlformats.org/officeDocument/2006/relationships/slide" Target="/ppt/slides/slide1.xml" Id="R09103f16c18646ce" /><Relationship Type="http://schemas.openxmlformats.org/officeDocument/2006/relationships/slide" Target="/ppt/slides/slide2.xml" Id="Rb2ab291cb04f4a0f" /><Relationship Type="http://schemas.openxmlformats.org/officeDocument/2006/relationships/slide" Target="/ppt/slides/slide3.xml" Id="R6cc2dc78a5024f84" /><Relationship Type="http://schemas.openxmlformats.org/officeDocument/2006/relationships/slide" Target="/ppt/slides/slide4.xml" Id="R9ed9c7d642ec43ce" /><Relationship Type="http://schemas.openxmlformats.org/officeDocument/2006/relationships/slide" Target="/ppt/slides/slide5.xml" Id="Rf57bbca626ea4a15" /><Relationship Type="http://schemas.openxmlformats.org/officeDocument/2006/relationships/slide" Target="/ppt/slides/slide6.xml" Id="Raa5ac002b3ba43b2" /><Relationship Type="http://schemas.openxmlformats.org/officeDocument/2006/relationships/slide" Target="/ppt/slides/slide7.xml" Id="R56fd6d22701e490d" /><Relationship Type="http://schemas.openxmlformats.org/officeDocument/2006/relationships/slide" Target="/ppt/slides/slide8.xml" Id="R0a8126d9d89f4848" /><Relationship Type="http://schemas.openxmlformats.org/officeDocument/2006/relationships/slide" Target="/ppt/slides/slide9.xml" Id="Rc8c24ac5cff244c4" /><Relationship Type="http://schemas.openxmlformats.org/officeDocument/2006/relationships/slide" Target="/ppt/slides/slide10.xml" Id="R4b44645127cc4681" /><Relationship Type="http://schemas.openxmlformats.org/officeDocument/2006/relationships/slide" Target="/ppt/slides/slide11.xml" Id="Raa5c02c332244142" /><Relationship Type="http://schemas.openxmlformats.org/officeDocument/2006/relationships/slide" Target="/ppt/slides/slide12.xml" Id="Rf9321e5c25274521" /><Relationship Type="http://schemas.openxmlformats.org/officeDocument/2006/relationships/slide" Target="/ppt/slides/slide13.xml" Id="Re2ffb357dfb94446" /><Relationship Type="http://schemas.openxmlformats.org/officeDocument/2006/relationships/slide" Target="/ppt/slides/slide14.xml" Id="Ra5308fdc6da44bad" /><Relationship Type="http://schemas.openxmlformats.org/officeDocument/2006/relationships/slide" Target="/ppt/slides/slide15.xml" Id="Rf2d8e87063a746b7" /><Relationship Type="http://schemas.openxmlformats.org/officeDocument/2006/relationships/slide" Target="/ppt/slides/slide16.xml" Id="Rdf11c163d636440b" /><Relationship Type="http://schemas.openxmlformats.org/officeDocument/2006/relationships/slide" Target="/ppt/slides/slide17.xml" Id="R1c2d9ec1fb754cc3" /><Relationship Type="http://schemas.openxmlformats.org/officeDocument/2006/relationships/slide" Target="/ppt/slides/slide18.xml" Id="R2f33fdd99cef4ba1" /><Relationship Type="http://schemas.openxmlformats.org/officeDocument/2006/relationships/slide" Target="/ppt/slides/slide19.xml" Id="R5380e467aba844de" /><Relationship Type="http://schemas.openxmlformats.org/officeDocument/2006/relationships/slide" Target="/ppt/slides/slide20.xml" Id="R864706bd49af4026" /><Relationship Type="http://schemas.openxmlformats.org/officeDocument/2006/relationships/slide" Target="/ppt/slides/slide21.xml" Id="R21049991a0bc45dd" /><Relationship Type="http://schemas.openxmlformats.org/officeDocument/2006/relationships/slide" Target="/ppt/slides/slide22.xml" Id="Rce72d224a1b941f5" /><Relationship Type="http://schemas.openxmlformats.org/officeDocument/2006/relationships/slide" Target="/ppt/slides/slide23.xml" Id="R82e53b6dda39427d" /><Relationship Type="http://schemas.openxmlformats.org/officeDocument/2006/relationships/slide" Target="/ppt/slides/slide24.xml" Id="R284ba34a5c0f4666" /><Relationship Type="http://schemas.openxmlformats.org/officeDocument/2006/relationships/slide" Target="/ppt/slides/slide25.xml" Id="R2f606048141d43de" /><Relationship Type="http://schemas.openxmlformats.org/officeDocument/2006/relationships/slide" Target="/ppt/slides/slide26.xml" Id="R86420bdfafbb4a5c" /><Relationship Type="http://schemas.openxmlformats.org/officeDocument/2006/relationships/slide" Target="/ppt/slides/slide27.xml" Id="R2ff48abb901e4a96" /><Relationship Type="http://schemas.openxmlformats.org/officeDocument/2006/relationships/slide" Target="/ppt/slides/slide28.xml" Id="R00df8a0cc3484200" /><Relationship Type="http://schemas.openxmlformats.org/officeDocument/2006/relationships/slide" Target="/ppt/slides/slide29.xml" Id="R7763eb8e93a04cf8" /><Relationship Type="http://schemas.openxmlformats.org/officeDocument/2006/relationships/slide" Target="/ppt/slides/slide30.xml" Id="R5cb93809afc8437f" /><Relationship Type="http://schemas.openxmlformats.org/officeDocument/2006/relationships/slide" Target="/ppt/slides/slide31.xml" Id="Rd13f45899d344883" /><Relationship Type="http://schemas.openxmlformats.org/officeDocument/2006/relationships/slide" Target="/ppt/slides/slide32.xml" Id="R62d83f947f254bf5" /><Relationship Type="http://schemas.openxmlformats.org/officeDocument/2006/relationships/slide" Target="/ppt/slides/slide33.xml" Id="Ra33fd68593e641b4" /><Relationship Type="http://schemas.openxmlformats.org/officeDocument/2006/relationships/slide" Target="/ppt/slides/slide34.xml" Id="Rec29d39fdca446e2" /><Relationship Type="http://schemas.openxmlformats.org/officeDocument/2006/relationships/slide" Target="/ppt/slides/slide35.xml" Id="Rdf1ad72827074364" /><Relationship Type="http://schemas.openxmlformats.org/officeDocument/2006/relationships/slide" Target="/ppt/slides/slide36.xml" Id="R2968e75a98a84924" /><Relationship Type="http://schemas.openxmlformats.org/officeDocument/2006/relationships/slide" Target="/ppt/slides/slide37.xml" Id="Rd52b445215ab4d6c" /><Relationship Type="http://schemas.openxmlformats.org/officeDocument/2006/relationships/slide" Target="/ppt/slides/slide38.xml" Id="Rf1130c13f3304a72" /><Relationship Type="http://schemas.openxmlformats.org/officeDocument/2006/relationships/slide" Target="/ppt/slides/slide39.xml" Id="R04b5941843904b75" /><Relationship Type="http://schemas.openxmlformats.org/officeDocument/2006/relationships/slide" Target="/ppt/slides/slide40.xml" Id="Rb8be31177a254c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968843e6d94f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54f54967104c73" /><Relationship Type="http://schemas.openxmlformats.org/officeDocument/2006/relationships/notesMaster" Target="/ppt/notesMasters/notesMaster1.xml" Id="R086d0eebfdf44b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1318c53a8f4099" /><Relationship Type="http://schemas.openxmlformats.org/officeDocument/2006/relationships/notesMaster" Target="/ppt/notesMasters/notesMaster1.xml" Id="Re8b4bc17da8e40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91db2aa18147c5" /><Relationship Type="http://schemas.openxmlformats.org/officeDocument/2006/relationships/notesMaster" Target="/ppt/notesMasters/notesMaster1.xml" Id="Rc20fe1e7718048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d4169dafcd46ed" /><Relationship Type="http://schemas.openxmlformats.org/officeDocument/2006/relationships/notesMaster" Target="/ppt/notesMasters/notesMaster1.xml" Id="Ree7bf50d5d6a4a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f98abf4cf94aa6" /><Relationship Type="http://schemas.openxmlformats.org/officeDocument/2006/relationships/notesMaster" Target="/ppt/notesMasters/notesMaster1.xml" Id="Rdcf9f1cbf2ca4f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54475c076f4dc9" /><Relationship Type="http://schemas.openxmlformats.org/officeDocument/2006/relationships/notesMaster" Target="/ppt/notesMasters/notesMaster1.xml" Id="R73cb9b1b574744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893ff4793540b4" /><Relationship Type="http://schemas.openxmlformats.org/officeDocument/2006/relationships/notesMaster" Target="/ppt/notesMasters/notesMaster1.xml" Id="R5777f35fa3694b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9c339b794344c0" /><Relationship Type="http://schemas.openxmlformats.org/officeDocument/2006/relationships/notesMaster" Target="/ppt/notesMasters/notesMaster1.xml" Id="R34af94ff9eb24c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b881f960bd4043" /><Relationship Type="http://schemas.openxmlformats.org/officeDocument/2006/relationships/notesMaster" Target="/ppt/notesMasters/notesMaster1.xml" Id="R97b2a8c1909149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6c94709a784fc5" /><Relationship Type="http://schemas.openxmlformats.org/officeDocument/2006/relationships/notesMaster" Target="/ppt/notesMasters/notesMaster1.xml" Id="R63e622ce84ee40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f0b4da07244070" /><Relationship Type="http://schemas.openxmlformats.org/officeDocument/2006/relationships/notesMaster" Target="/ppt/notesMasters/notesMaster1.xml" Id="R5029565c065f4a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a376d4586f433c" /><Relationship Type="http://schemas.openxmlformats.org/officeDocument/2006/relationships/notesMaster" Target="/ppt/notesMasters/notesMaster1.xml" Id="Raaaa26a5d67b46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4dff1d541f440b" /><Relationship Type="http://schemas.openxmlformats.org/officeDocument/2006/relationships/notesMaster" Target="/ppt/notesMasters/notesMaster1.xml" Id="Rd183699e951c45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d995fa851e4b99" /><Relationship Type="http://schemas.openxmlformats.org/officeDocument/2006/relationships/notesMaster" Target="/ppt/notesMasters/notesMaster1.xml" Id="Ra177e307395c40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3a04cc1d614a08" /><Relationship Type="http://schemas.openxmlformats.org/officeDocument/2006/relationships/notesMaster" Target="/ppt/notesMasters/notesMaster1.xml" Id="R0785aeb0254749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1236348a444d89" /><Relationship Type="http://schemas.openxmlformats.org/officeDocument/2006/relationships/notesMaster" Target="/ppt/notesMasters/notesMaster1.xml" Id="Rbead8647df6640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15bbfcb16c4d2f" /><Relationship Type="http://schemas.openxmlformats.org/officeDocument/2006/relationships/notesMaster" Target="/ppt/notesMasters/notesMaster1.xml" Id="R371ecaf9e3d24c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41a468e2bd4226" /><Relationship Type="http://schemas.openxmlformats.org/officeDocument/2006/relationships/notesMaster" Target="/ppt/notesMasters/notesMaster1.xml" Id="R5908a2d340b846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9179f1ad7a4471" /><Relationship Type="http://schemas.openxmlformats.org/officeDocument/2006/relationships/notesMaster" Target="/ppt/notesMasters/notesMaster1.xml" Id="Raf93adde2f954b0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6a22a1838a4243" /><Relationship Type="http://schemas.openxmlformats.org/officeDocument/2006/relationships/notesMaster" Target="/ppt/notesMasters/notesMaster1.xml" Id="R3c7a53ad48234af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7c7be959f5043df" /><Relationship Type="http://schemas.openxmlformats.org/officeDocument/2006/relationships/notesMaster" Target="/ppt/notesMasters/notesMaster1.xml" Id="Ra17859fdbf5c417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66def76c9e84479" /><Relationship Type="http://schemas.openxmlformats.org/officeDocument/2006/relationships/notesMaster" Target="/ppt/notesMasters/notesMaster1.xml" Id="R8511cd7323934a3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438e4b00b5e4220" /><Relationship Type="http://schemas.openxmlformats.org/officeDocument/2006/relationships/notesMaster" Target="/ppt/notesMasters/notesMaster1.xml" Id="R89c02f3c52ce4f7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17c26acedb147ff" /><Relationship Type="http://schemas.openxmlformats.org/officeDocument/2006/relationships/notesMaster" Target="/ppt/notesMasters/notesMaster1.xml" Id="R1200c409f7b5472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eb70ece48f944a0" /><Relationship Type="http://schemas.openxmlformats.org/officeDocument/2006/relationships/notesMaster" Target="/ppt/notesMasters/notesMaster1.xml" Id="R1425fea8573d4ab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759e383c0b64e2c" /><Relationship Type="http://schemas.openxmlformats.org/officeDocument/2006/relationships/notesMaster" Target="/ppt/notesMasters/notesMaster1.xml" Id="R0e112f211ee04a0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c1ad2d5e8b34792" /><Relationship Type="http://schemas.openxmlformats.org/officeDocument/2006/relationships/notesMaster" Target="/ppt/notesMasters/notesMaster1.xml" Id="Rcc4da18dcca54b9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491c74114a641ee" /><Relationship Type="http://schemas.openxmlformats.org/officeDocument/2006/relationships/notesMaster" Target="/ppt/notesMasters/notesMaster1.xml" Id="R9fd3cb3c1485429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9f5e45bac4c4520" /><Relationship Type="http://schemas.openxmlformats.org/officeDocument/2006/relationships/notesMaster" Target="/ppt/notesMasters/notesMaster1.xml" Id="R7dc1c8b0e820425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b029fc984104f7a" /><Relationship Type="http://schemas.openxmlformats.org/officeDocument/2006/relationships/notesMaster" Target="/ppt/notesMasters/notesMaster1.xml" Id="Rbfa9632392864bc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0f5d313925549ce" /><Relationship Type="http://schemas.openxmlformats.org/officeDocument/2006/relationships/notesMaster" Target="/ppt/notesMasters/notesMaster1.xml" Id="Rb2fde541f7ad4b0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c3a883309e24877" /><Relationship Type="http://schemas.openxmlformats.org/officeDocument/2006/relationships/notesMaster" Target="/ppt/notesMasters/notesMaster1.xml" Id="R65c80c30198449e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3661d6537354388" /><Relationship Type="http://schemas.openxmlformats.org/officeDocument/2006/relationships/notesMaster" Target="/ppt/notesMasters/notesMaster1.xml" Id="R844a05019aa1451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0ae89d08dd04608" /><Relationship Type="http://schemas.openxmlformats.org/officeDocument/2006/relationships/notesMaster" Target="/ppt/notesMasters/notesMaster1.xml" Id="R67611bc0a51e496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e2d9117a3b6440c" /><Relationship Type="http://schemas.openxmlformats.org/officeDocument/2006/relationships/notesMaster" Target="/ppt/notesMasters/notesMaster1.xml" Id="Rd569e82a7691435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94a700e14e7440c" /><Relationship Type="http://schemas.openxmlformats.org/officeDocument/2006/relationships/notesMaster" Target="/ppt/notesMasters/notesMaster1.xml" Id="Raba6c330e6b5433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38d6b9dff61481e" /><Relationship Type="http://schemas.openxmlformats.org/officeDocument/2006/relationships/notesMaster" Target="/ppt/notesMasters/notesMaster1.xml" Id="Rf26f759b069a478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5ee7c3bbf7d4f21" /><Relationship Type="http://schemas.openxmlformats.org/officeDocument/2006/relationships/notesMaster" Target="/ppt/notesMasters/notesMaster1.xml" Id="R9881fb2f5ba8418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d30486e3a294d4f" /><Relationship Type="http://schemas.openxmlformats.org/officeDocument/2006/relationships/notesMaster" Target="/ppt/notesMasters/notesMaster1.xml" Id="R6019b5dfafa6407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163d6e3c3a84985" /><Relationship Type="http://schemas.openxmlformats.org/officeDocument/2006/relationships/notesMaster" Target="/ppt/notesMasters/notesMaster1.xml" Id="R4e608b1b22aa4b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사용자와 논의한 초기 기획 및 생성한 모바일 시안을 기반으로 작성. 화면 이미지는 정적 콘셉트이며 동작과 운영 정책은 본문의 제안안을 기준으로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c02a070894d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b3f06c10c47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407c1f1714a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0f51d4fc346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7c7e1ea8448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25a00302b45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A2CD7F5-93BA-4510-B406-E3FC56FC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7E99F8-2DAD-4AE1-9329-2C589FA612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5398890-4817-4AEC-BECF-38B3032F51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38074F7-6686-4AD9-861E-DFF7DA39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2699F0-03B4-4EDB-BAE3-CC7C72215D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B088E39-9BFC-46A1-93F9-6DBC58AD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92C2ED-F007-48E1-8DB2-5DABBB6310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A2686BD-0511-4FA7-8162-638349EB8F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282B515-A260-4CC8-9EFB-00E1AD33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11FE3A-54B8-4CB8-8CC2-8D4166E516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75998C-7CCB-43A5-BCDF-4798FEDA49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147A89-E2AA-46F1-8BC6-8533677B2C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9A4EFBB-EB23-4631-AA09-75E5AC33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D46F03-B51C-406A-B1AD-7BE8172BCD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F5D858-1C9C-4ABF-BA1E-A45B1A25C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7f06e3d7b44101" /><Relationship Type="http://schemas.openxmlformats.org/officeDocument/2006/relationships/slideLayout" Target="/ppt/slideLayouts/slideLayout1.xml" Id="Rccea3e00c3244fc1" /><Relationship Type="http://schemas.openxmlformats.org/officeDocument/2006/relationships/slideLayout" Target="/ppt/slideLayouts/slideLayout2.xml" Id="Rae144cc1955d4d50" /><Relationship Type="http://schemas.openxmlformats.org/officeDocument/2006/relationships/slideLayout" Target="/ppt/slideLayouts/slideLayout3.xml" Id="R3e1855f12f054189" /><Relationship Type="http://schemas.openxmlformats.org/officeDocument/2006/relationships/slideLayout" Target="/ppt/slideLayouts/slideLayout4.xml" Id="R848cd3e1200648b0" /><Relationship Type="http://schemas.openxmlformats.org/officeDocument/2006/relationships/slideLayout" Target="/ppt/slideLayouts/slideLayout5.xml" Id="R8c29c3e130274c90" /><Relationship Type="http://schemas.openxmlformats.org/officeDocument/2006/relationships/slideLayout" Target="/ppt/slideLayouts/slideLayout6.xml" Id="R6fd3980dc3ad46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ea3e00c3244fc1"/>
    <p:sldLayoutId xmlns:r="http://schemas.openxmlformats.org/officeDocument/2006/relationships" id="2147483650" r:id="Rae144cc1955d4d50"/>
    <p:sldLayoutId xmlns:r="http://schemas.openxmlformats.org/officeDocument/2006/relationships" id="2147483651" r:id="R3e1855f12f054189"/>
    <p:sldLayoutId xmlns:r="http://schemas.openxmlformats.org/officeDocument/2006/relationships" id="2147483652" r:id="R848cd3e1200648b0"/>
    <p:sldLayoutId xmlns:r="http://schemas.openxmlformats.org/officeDocument/2006/relationships" id="2147483653" r:id="R8c29c3e130274c90"/>
    <p:sldLayoutId xmlns:r="http://schemas.openxmlformats.org/officeDocument/2006/relationships" id="2147483654" r:id="R6fd3980dc3ad46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8a4132e174c9a" /><Relationship Type="http://schemas.openxmlformats.org/officeDocument/2006/relationships/notesSlide" Target="/ppt/notesSlides/notesSlide1.xml" Id="R378e1c2218294f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efaae77464a4c" /><Relationship Type="http://schemas.openxmlformats.org/officeDocument/2006/relationships/notesSlide" Target="/ppt/notesSlides/notesSlide2.xml" Id="R6dc24c8e6fe944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e4d767ba944ac" /><Relationship Type="http://schemas.openxmlformats.org/officeDocument/2006/relationships/notesSlide" Target="/ppt/notesSlides/notesSlide3.xml" Id="R52992c309f1348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d5f56b79241ea" /><Relationship Type="http://schemas.openxmlformats.org/officeDocument/2006/relationships/notesSlide" Target="/ppt/notesSlides/notesSlide4.xml" Id="R54d413c4ad0a4d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7ba4466b24f83" /><Relationship Type="http://schemas.openxmlformats.org/officeDocument/2006/relationships/notesSlide" Target="/ppt/notesSlides/notesSlide5.xml" Id="R1229cc9048514b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8a1023ba784a92" /><Relationship Type="http://schemas.openxmlformats.org/officeDocument/2006/relationships/notesSlide" Target="/ppt/notesSlides/notesSlide6.xml" Id="R30ff84505f564e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33f2748a934911" /><Relationship Type="http://schemas.openxmlformats.org/officeDocument/2006/relationships/notesSlide" Target="/ppt/notesSlides/notesSlide7.xml" Id="R7c56dcc06e4e45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43876265a44e36" /><Relationship Type="http://schemas.openxmlformats.org/officeDocument/2006/relationships/notesSlide" Target="/ppt/notesSlides/notesSlide8.xml" Id="R27967795834d43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bc578d0374172" /><Relationship Type="http://schemas.openxmlformats.org/officeDocument/2006/relationships/notesSlide" Target="/ppt/notesSlides/notesSlide9.xml" Id="R772781665f1d48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b5765c6c84325" /><Relationship Type="http://schemas.openxmlformats.org/officeDocument/2006/relationships/notesSlide" Target="/ppt/notesSlides/notesSlide10.xml" Id="R5f48c5035e2d4c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76e8cf39c4dc1" /><Relationship Type="http://schemas.openxmlformats.org/officeDocument/2006/relationships/notesSlide" Target="/ppt/notesSlides/notesSlide11.xml" Id="R8d113aab3bd648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978537ee24ec8" /><Relationship Type="http://schemas.openxmlformats.org/officeDocument/2006/relationships/notesSlide" Target="/ppt/notesSlides/notesSlide12.xml" Id="Rfcac7175830749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9a49be6cb403a" /><Relationship Type="http://schemas.openxmlformats.org/officeDocument/2006/relationships/notesSlide" Target="/ppt/notesSlides/notesSlide13.xml" Id="Ree81fb913a5541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887c94c054cee" /><Relationship Type="http://schemas.openxmlformats.org/officeDocument/2006/relationships/notesSlide" Target="/ppt/notesSlides/notesSlide14.xml" Id="Rc33e41f6a73f49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d81b2e0614edf" /><Relationship Type="http://schemas.openxmlformats.org/officeDocument/2006/relationships/image" Target="/ppt/media/image.png" Id="R6303fb5f898c4894" /><Relationship Type="http://schemas.openxmlformats.org/officeDocument/2006/relationships/notesSlide" Target="/ppt/notesSlides/notesSlide15.xml" Id="R9237540c271c4e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514f9afb174306" /><Relationship Type="http://schemas.openxmlformats.org/officeDocument/2006/relationships/image" Target="/ppt/media/image2.png" Id="R0bb5bd09212b43ee" /><Relationship Type="http://schemas.openxmlformats.org/officeDocument/2006/relationships/notesSlide" Target="/ppt/notesSlides/notesSlide16.xml" Id="Re1f6304ad93a41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122be36bd41a4" /><Relationship Type="http://schemas.openxmlformats.org/officeDocument/2006/relationships/image" Target="/ppt/media/image3.png" Id="Rc74e7b31a3c94f6b" /><Relationship Type="http://schemas.openxmlformats.org/officeDocument/2006/relationships/notesSlide" Target="/ppt/notesSlides/notesSlide17.xml" Id="R09313ab5c1fa4c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a380c47c34995" /><Relationship Type="http://schemas.openxmlformats.org/officeDocument/2006/relationships/image" Target="/ppt/media/image4.png" Id="R20c0aa0ed5c2436b" /><Relationship Type="http://schemas.openxmlformats.org/officeDocument/2006/relationships/notesSlide" Target="/ppt/notesSlides/notesSlide18.xml" Id="R1a28bcfa2c6749a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53f5efd72f4dda" /><Relationship Type="http://schemas.openxmlformats.org/officeDocument/2006/relationships/image" Target="/ppt/media/image5.png" Id="R80353fc230234380" /><Relationship Type="http://schemas.openxmlformats.org/officeDocument/2006/relationships/notesSlide" Target="/ppt/notesSlides/notesSlide19.xml" Id="R43ed278e5bfb4c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2752e0ac804a70" /><Relationship Type="http://schemas.openxmlformats.org/officeDocument/2006/relationships/image" Target="/ppt/media/image6.png" Id="Red93d9ffb8784281" /><Relationship Type="http://schemas.openxmlformats.org/officeDocument/2006/relationships/notesSlide" Target="/ppt/notesSlides/notesSlide20.xml" Id="R0103f54c6a1e44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e81e8a6fa4715" /><Relationship Type="http://schemas.openxmlformats.org/officeDocument/2006/relationships/image" Target="/ppt/media/image7.png" Id="R925498981eca4452" /><Relationship Type="http://schemas.openxmlformats.org/officeDocument/2006/relationships/notesSlide" Target="/ppt/notesSlides/notesSlide21.xml" Id="R00410f765b454dd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6e4e9bc54d4c6c" /><Relationship Type="http://schemas.openxmlformats.org/officeDocument/2006/relationships/image" Target="/ppt/media/image8.png" Id="R3aa56d785a8842d6" /><Relationship Type="http://schemas.openxmlformats.org/officeDocument/2006/relationships/notesSlide" Target="/ppt/notesSlides/notesSlide22.xml" Id="R455c8e5ce45343c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1839843cec4a27" /><Relationship Type="http://schemas.openxmlformats.org/officeDocument/2006/relationships/image" Target="/ppt/media/image9.png" Id="Ra226eaeef1714316" /><Relationship Type="http://schemas.openxmlformats.org/officeDocument/2006/relationships/notesSlide" Target="/ppt/notesSlides/notesSlide23.xml" Id="R2d52e4480a694a1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c6d919637344a2" /><Relationship Type="http://schemas.openxmlformats.org/officeDocument/2006/relationships/image" Target="/ppt/media/image10.png" Id="Rec308680419a4e52" /><Relationship Type="http://schemas.openxmlformats.org/officeDocument/2006/relationships/notesSlide" Target="/ppt/notesSlides/notesSlide24.xml" Id="R198e194bc26446e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0824478cb4de5" /><Relationship Type="http://schemas.openxmlformats.org/officeDocument/2006/relationships/image" Target="/ppt/media/image11.png" Id="R71760c1b15c14c8a" /><Relationship Type="http://schemas.openxmlformats.org/officeDocument/2006/relationships/notesSlide" Target="/ppt/notesSlides/notesSlide25.xml" Id="R3398f4849908423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b83bbb1357493d" /><Relationship Type="http://schemas.openxmlformats.org/officeDocument/2006/relationships/image" Target="/ppt/media/image12.png" Id="R7ba2a4f56f4f43e4" /><Relationship Type="http://schemas.openxmlformats.org/officeDocument/2006/relationships/notesSlide" Target="/ppt/notesSlides/notesSlide26.xml" Id="R9d1b4175e2294c8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b4aefba6c4f9a" /><Relationship Type="http://schemas.openxmlformats.org/officeDocument/2006/relationships/image" Target="/ppt/media/image13.png" Id="Rde30f8e3e3be4a29" /><Relationship Type="http://schemas.openxmlformats.org/officeDocument/2006/relationships/notesSlide" Target="/ppt/notesSlides/notesSlide27.xml" Id="R143970b644fd4ad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9e579dc55492c" /><Relationship Type="http://schemas.openxmlformats.org/officeDocument/2006/relationships/image" Target="/ppt/media/image14.png" Id="Rdb569a72bfa44e9a" /><Relationship Type="http://schemas.openxmlformats.org/officeDocument/2006/relationships/notesSlide" Target="/ppt/notesSlides/notesSlide28.xml" Id="Rde1615b79a1a428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b360e1c7fa42f1" /><Relationship Type="http://schemas.openxmlformats.org/officeDocument/2006/relationships/image" Target="/ppt/media/image15.png" Id="Ra4ab33424d014294" /><Relationship Type="http://schemas.openxmlformats.org/officeDocument/2006/relationships/notesSlide" Target="/ppt/notesSlides/notesSlide29.xml" Id="Rac488e195a7a4dc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265f525186416c" /><Relationship Type="http://schemas.openxmlformats.org/officeDocument/2006/relationships/image" Target="/ppt/media/image16.png" Id="Rcf160ec719294a81" /><Relationship Type="http://schemas.openxmlformats.org/officeDocument/2006/relationships/notesSlide" Target="/ppt/notesSlides/notesSlide30.xml" Id="Rcb7a4bdb1efd468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162cb75d6446c" /><Relationship Type="http://schemas.openxmlformats.org/officeDocument/2006/relationships/image" Target="/ppt/media/image17.png" Id="R44ca114afb764aaf" /><Relationship Type="http://schemas.openxmlformats.org/officeDocument/2006/relationships/notesSlide" Target="/ppt/notesSlides/notesSlide31.xml" Id="R8047dfd8f83f4f3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8475f57c6845f2" /><Relationship Type="http://schemas.openxmlformats.org/officeDocument/2006/relationships/image" Target="/ppt/media/image18.png" Id="Rf02ff7d683a741cf" /><Relationship Type="http://schemas.openxmlformats.org/officeDocument/2006/relationships/notesSlide" Target="/ppt/notesSlides/notesSlide32.xml" Id="Rd52f73be8a53478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37d00f84a4ef8" /><Relationship Type="http://schemas.openxmlformats.org/officeDocument/2006/relationships/image" Target="/ppt/media/image19.png" Id="R4266cd57498f4a42" /><Relationship Type="http://schemas.openxmlformats.org/officeDocument/2006/relationships/notesSlide" Target="/ppt/notesSlides/notesSlide33.xml" Id="R01f95c50450a463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3c72ec5604049" /><Relationship Type="http://schemas.openxmlformats.org/officeDocument/2006/relationships/image" Target="/ppt/media/image20.png" Id="R351e1ef8894d4e53" /><Relationship Type="http://schemas.openxmlformats.org/officeDocument/2006/relationships/notesSlide" Target="/ppt/notesSlides/notesSlide34.xml" Id="Re6af76a7d48f4e2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ef4a3c91884039" /><Relationship Type="http://schemas.openxmlformats.org/officeDocument/2006/relationships/image" Target="/ppt/media/image21.png" Id="R6a1a980e817240a4" /><Relationship Type="http://schemas.openxmlformats.org/officeDocument/2006/relationships/notesSlide" Target="/ppt/notesSlides/notesSlide35.xml" Id="Rf53cb7fc4322498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e071632fe432d" /><Relationship Type="http://schemas.openxmlformats.org/officeDocument/2006/relationships/image" Target="/ppt/media/image22.png" Id="R32b5b527a97a4fdd" /><Relationship Type="http://schemas.openxmlformats.org/officeDocument/2006/relationships/notesSlide" Target="/ppt/notesSlides/notesSlide36.xml" Id="Rbc337b2956874ce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b7bfa7d97546b8" /><Relationship Type="http://schemas.openxmlformats.org/officeDocument/2006/relationships/image" Target="/ppt/media/image23.png" Id="Rfda4635f198743a5" /><Relationship Type="http://schemas.openxmlformats.org/officeDocument/2006/relationships/notesSlide" Target="/ppt/notesSlides/notesSlide37.xml" Id="Rf87354a30ce54bd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46bffd308468d" /><Relationship Type="http://schemas.openxmlformats.org/officeDocument/2006/relationships/image" Target="/ppt/media/image24.png" Id="R6e75b893d7b049f4" /><Relationship Type="http://schemas.openxmlformats.org/officeDocument/2006/relationships/notesSlide" Target="/ppt/notesSlides/notesSlide38.xml" Id="R78b397a83b9e46f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bbe99797044d33" /><Relationship Type="http://schemas.openxmlformats.org/officeDocument/2006/relationships/notesSlide" Target="/ppt/notesSlides/notesSlide39.xml" Id="Rb1ad97c2d0c54ed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63d5a902c4ebb" /><Relationship Type="http://schemas.openxmlformats.org/officeDocument/2006/relationships/notesSlide" Target="/ppt/notesSlides/notesSlide40.xml" Id="Rcc0b9fbe70df4f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6522E-DA56-46F8-B2CA-41FA9636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마음기록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C7EDD-E9E6-444C-BDD3-EC64D0C8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모바일 서비스 기획서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1C165-D56C-485B-A08F-837B234E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6C33C-4D38-499F-8F54-7550AE14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71DA4-22CB-4027-B29C-25DDE713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6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오늘의 나를 기록하고</a:t>
            </a:r>
          </a:p>
          <a:p xmlns:a="http://schemas.openxmlformats.org/drawingml/2006/main">
            <a:pPr>
              <a:defRPr sz="36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6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소중한 사람에게 마음을 남기는 서비스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24C79-B473-4F65-A767-D63754B1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초기 기획 및 화면설계</a:t>
            </a:r>
          </a:p>
          <a:p xmlns:a="http://schemas.openxmlformats.org/drawingml/2006/main">
            <a:pPr>
              <a:defRPr sz="172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2026.10.04   v0.1</a:t>
            </a:r>
          </a:p>
          <a:p xmlns:a="http://schemas.openxmlformats.org/drawingml/2006/main">
            <a:pPr>
              <a:defRPr sz="172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앱명은 가칭이며, 기능과 정책은 제안안입니다</a:t>
            </a:r>
          </a:p>
        </p:txBody>
      </p:sp>
    </p:spTree>
    <p:extLst>
      <p:ext uri="{BB962C8B-B14F-4D97-AF65-F5344CB8AC3E}">
        <p14:creationId xmlns:p14="http://schemas.microsoft.com/office/powerpoint/2010/main" val="1766958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B5892-0F17-4479-9FB4-3B800127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서비스 서머리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77E36-ABBC-4243-AC98-C557A99F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앱명, 기획 개요, 목적 및 이용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81F26-CBBB-4A33-B2E8-0B217692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1AFD2-522E-4777-BFA4-DBBAEBC9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638300"/>
          <a:ext xmlns:a="http://schemas.openxmlformats.org/drawingml/2006/main" cx="11049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9048750"/>
              </a:tblGrid>
              <a:tr h="63273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항목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기획 내용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앱명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마음기록 (가칭)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기획 개요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일기처럼 기록하고, 선택한 편지를 사망 확인 후 지정한 사람에게 전달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평소에는 자아성찰과 감정 정리, 사후에는 마음과 기억 전달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사용자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일상 기록과 관계 정리를 원하는 성인 사용자부터 검증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이용 방식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모바일 중심 기록 앱과 수신자 전용 열람 화면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초기 범위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텍스트 기록, 편지, 수신자 관리, 확인 요청 및 운영자 검토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4482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D9483-F505-448B-9FC8-5188B6E1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기획 배경과 사용자 가치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859CD-B5DB-4924-B12C-6BD46B4E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3E361-905D-44D1-A747-48CA1556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1F860-CCC5-4BA2-B8C5-7773A91E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840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285840"/>
                </a:solidFill>
                <a:latin typeface="NanumGothic"/>
                <a:ea typeface="NanumGothic"/>
                <a:cs typeface="NanumGothic"/>
              </a:rPr>
              <a:t>작성 부담을 낮추는 일상 기록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67C3E-BFC9-4E33-A35E-BBCAD1CC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죽음을 예상하지 않아도 짧은 기록과 질문 답변으로 자연스럽게 시작한다.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0D961-C335-4CEF-BF8E-EA495A23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840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285840"/>
                </a:solidFill>
                <a:latin typeface="NanumGothic"/>
                <a:ea typeface="NanumGothic"/>
                <a:cs typeface="NanumGothic"/>
              </a:rPr>
              <a:t>다시 읽으며 나를 돌아보는 경험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556F7-08F7-4B16-B6F2-198064A4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과거의 생각과 지금의 생각을 비교하고 변화의 이유를 기록한다.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D5785-7C4F-403B-B17E-9D7841EA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386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840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285840"/>
                </a:solidFill>
                <a:latin typeface="NanumGothic"/>
                <a:ea typeface="NanumGothic"/>
                <a:cs typeface="NanumGothic"/>
              </a:rPr>
              <a:t>관계에 남기는 마음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EACF5-5C7B-4C9A-A295-155D696B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고마움, 함께한 기억, 생활 속 부탁을 사람별 편지로 준비한다.</a:t>
            </a:r>
          </a:p>
        </p:txBody>
      </p:sp>
    </p:spTree>
    <p:extLst>
      <p:ext uri="{BB962C8B-B14F-4D97-AF65-F5344CB8AC3E}">
        <p14:creationId xmlns:p14="http://schemas.microsoft.com/office/powerpoint/2010/main" val="19864606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C7B16-9503-4B13-88C8-4DE00B3F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구현 범위와 우선순위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D9FA3-2FD0-42C3-A2FD-4E7F98BE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P0: 초기 출시 필수 / P1: 후속 확장 / 별도 검토: 현재 범위 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56F3E-8C93-4A6C-B0B8-C0EAD55E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A8A9F-6333-4DD0-819A-380434AB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638300"/>
          <a:ext xmlns:a="http://schemas.openxmlformats.org/drawingml/2006/main" cx="11049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5715000"/>
                <a:gridCol w="3714750"/>
              </a:tblGrid>
              <a:tr h="63273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단계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포함 기능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판단 기준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 기록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가입, 질문, 작성, 수정, 검색, 알림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기록을 반복해서 쓰는 경험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 전달 준비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편지, 수신자, 공개 범위, 미리보기, 당부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사용자가 전달할 내용을 직접 결정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 운영 기반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본인확인, 증빙 검토, 공개 전 확인, 열람 통제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사후 공개 기능 출시 전에 갖출 조건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 관리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앱 잠금, 내보내기, 삭제와 계정 관리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사용자의 기록 통제권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P1 성찰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과거 기록 재노출, 선택형 AI 문장 정리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기록 경험 검증 후 확대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별도 검토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재산 배분, 공증 연계, 음성·영상, 과금 모델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법적 유언 기능과 비용 구조 검토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213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876E3-500B-42FF-AD2B-A5334A51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메뉴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FDC51-5102-422C-81C8-BBB2DCFD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하단 메뉴를 오늘, 기록, 편지, 설정으로 통일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092AA-5118-4D82-8607-FFD0A7E2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588E7-1FB0-4022-8DA0-338A13F6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381500"/>
                <a:gridCol w="4857750"/>
              </a:tblGrid>
              <a:tr h="682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메뉴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화면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연결 기능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오늘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오늘의 질문, 최근 기록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자유 작성, 질문으로 작성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기록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기록 목록, 상세, 돌아보기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검색, 수정, 편지로 복사, AI 도움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편지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사람별 편지, 작성, 당부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 추가, 미리보기, 전달 준비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설정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계정, 보안, 알림, 내보내기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연락처, 공개 조건, 확인 담당자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외부 열람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확인 요청, 진행 상태, 받은 편지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본인확인 후 권한별 접근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7172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8E79D-5139-426B-8DDC-200E1C8D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역할과 열람 권한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899D4-2DFB-4CFB-89EF-DE678304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134CD-E301-4602-91DB-B692C773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715000"/>
                <a:gridCol w="3619500"/>
              </a:tblGrid>
              <a:tr h="682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역할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가능한 작업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열람 범위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작성자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기록 작성, 수신자·조건 변경, 요청 중단 신청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본인 기록 전체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연락처 확인, 공개 후 편지 열람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자신에게 지정한 편지와 당부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확인 담당자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사망 확인 요청, 자료 제출, 추가 확인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요청 상태만 확인, 편지 권한 별도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운영자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증빙 검토, 요청 처리, 공개 승인·보류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처리에 필요한 자료만 접근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서비스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알림, 권한 적용, 이력 기록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자동 공개 판단 대신 승인된 범위 적용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6748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69C04-8C9A-43BA-BB6E-5B187F2F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기능명세 1. 계정과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2A78D-469E-4359-84E6-9D4B1734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51D1E-79D5-4E57-B248-E68C7B90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809750"/>
                <a:gridCol w="6762750"/>
                <a:gridCol w="1428750"/>
              </a:tblGrid>
              <a:tr h="583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ID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처리 규칙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우선순위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A01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가입·인증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필수·선택 동의 분리, 이메일 인증 완료 후 이용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A02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로그인·복구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로그인, 비밀번호 재설정, 세션 종료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R01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기록 작성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제목·본문, 질문 답변, 기본 비공개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R02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자동 저장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저장 중·완료·실패 상태, 실패 시 재시도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R03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검색·조회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기간·유형 필터, 상세 열람, 빈 결과 안내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R04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수정·삭제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수정 이력, 삭제 확인, 편지 원본과 분리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R05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질문·알림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질문 선택, 알림 요일·시간, 끄기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808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82A93-DAF9-460F-A7BB-8FD40CD4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기능명세 2. 성찰과 편지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0C3CA-AF08-44F8-B1C1-DDDE64BF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E67EA-FBDE-43B9-B059-825E3EE6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809750"/>
                <a:gridCol w="6762750"/>
                <a:gridCol w="1428750"/>
              </a:tblGrid>
              <a:tr h="583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ID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처리 규칙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우선순위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R06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과거 돌아보기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과거 기록과 현재 답변 연결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P1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R07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AI 글 정리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선택한 글만 처리, 사용자 확인 후 적용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P1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L01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편지 작성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수신자, 제목, 본문, 임시 저장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L02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기록 복사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일기를 편지 초안으로 복사, 원본 비공개 유지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L03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전달 지정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확정한 편지만 전달 목록에 포함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L04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생활 당부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반려동물·물건·기타 부탁, 수신자 지정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L05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전달 미리보기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수신자별 공개 목록과 본문 확인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375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EF3CB-2053-4DF6-A95D-5BA862AD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기능명세 3. 수신자와 사후 공개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60EA7-41A3-4E6D-B07E-A7189DB4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BD39E-9DCE-47F9-8F50-1E6F7E2A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09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809750"/>
                <a:gridCol w="6762750"/>
                <a:gridCol w="1428750"/>
              </a:tblGrid>
              <a:tr h="583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ID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처리 규칙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우선순위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D01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 관리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이름·관계·연락처, 변경·삭제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D02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연락처 확인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발송 전 안내 확인, 재전송·만료 처리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D03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전달 조건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확인 담당자, 작성자 연락처, 조건 저장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D04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준비 점검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미확인 연락처·초안·조건 누락 표시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D05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확인 요청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요청자 본인확인, 자료 첨부, 접수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D06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검토·중단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증빙 검토, 보완, 이의, 승인 또는 보류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D07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편지 열람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 인증, 지정 범위 열람, 접근 이력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709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63E29-510A-49F9-81C5-3971E3B4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기능명세 4. 관리와 운영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64B1D-EEE6-4316-A894-E37AEB6D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EE2AC-3388-4A86-B632-2051CB73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809750"/>
                <a:gridCol w="6762750"/>
                <a:gridCol w="1428750"/>
              </a:tblGrid>
              <a:tr h="583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ID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처리 규칙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우선순위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S01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앱 잠금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생체 인증 또는 잠금 비밀번호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S02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기록 내보내기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항목·기간·형식 선택, 파일 생성·다운로드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S03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계정 관리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연락처 변경, 로그아웃, 탈퇴·삭제 요청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O01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검토 관리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자료 검토, 결정 사유, 담당자 처리 이력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O02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오공개 대응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열람 즉시 중단, 접근 회수, 사건 처리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O03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장기 보관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백업·복구, 서비스 종료 시 반출 정책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O04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알림 관리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발송 이력, 실패 재시도, 수신자 변경 반영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P0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5118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2952750" y="383381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840"/>
            </a:solidFill>
            <a:tailEnd type="triangle" w="sm" len="sm"/>
          </a:ln>
        </p:spPr>
      </p:cxnSp>
      <p:cxnSp>
        <p:nvCxnSpPr>
          <p:cNvPr id="17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6048375" y="383381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840"/>
            </a:solidFill>
            <a:tailEnd type="triangle" w="sm" len="sm"/>
          </a:ln>
        </p:spPr>
      </p:cxnSp>
      <p:cxnSp>
        <p:nvCxnSpPr>
          <p:cNvPr id="18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953375" y="252412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840"/>
            </a:solidFill>
            <a:tail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048375" y="21669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840"/>
            </a:solidFill>
            <a:tailEnd type="triangle" w="sm" len="sm"/>
          </a:ln>
        </p:spPr>
      </p:cxn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52750" y="21669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840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10092-F5EA-446E-A400-8DE812D5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기록 작성과 편지 준비 프로세스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19294-437C-44DC-8CC4-DD915321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A52DB-05C7-471E-8052-3BD07962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0C4F2-2224-4F10-B422-B5EC0520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381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EFE5"/>
          </a:solidFill>
          <a:ln xmlns:a="http://schemas.openxmlformats.org/drawingml/2006/main" w="13335">
            <a:solidFill>
              <a:srgbClr val="28584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질문 또는 자유 작성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A1D39-7050-4FF1-A955-717062BB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09750"/>
            <a:ext cx="2381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EFE5"/>
          </a:solidFill>
          <a:ln xmlns:a="http://schemas.openxmlformats.org/drawingml/2006/main" w="13335">
            <a:solidFill>
              <a:srgbClr val="28584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일상 기록 저장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05BE4-1FBF-45A6-B3F9-D15B4042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2381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EFE5"/>
          </a:solidFill>
          <a:ln xmlns:a="http://schemas.openxmlformats.org/drawingml/2006/main" w="13335">
            <a:solidFill>
              <a:srgbClr val="28584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비공개로 다시 읽기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6DA48-7382-441C-97F7-6F4018AC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2381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EFE5"/>
          </a:solidFill>
          <a:ln xmlns:a="http://schemas.openxmlformats.org/drawingml/2006/main" w="13335">
            <a:solidFill>
              <a:srgbClr val="28584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편지 초안으로 복사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D4863-0EE2-4706-953A-3F1D7379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2381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EFE5"/>
          </a:solidFill>
          <a:ln xmlns:a="http://schemas.openxmlformats.org/drawingml/2006/main" w="13335">
            <a:solidFill>
              <a:srgbClr val="28584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수신자·내용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788BC-D69D-45E3-9835-7FC2D00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381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EFE5"/>
          </a:solidFill>
          <a:ln xmlns:a="http://schemas.openxmlformats.org/drawingml/2006/main" w="13335">
            <a:solidFill>
              <a:srgbClr val="28584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전달 목록에 확정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32BF8-2504-4717-A60B-0E3942CA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85840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285840"/>
                </a:solidFill>
                <a:latin typeface="NanumGothic"/>
                <a:ea typeface="NanumGothic"/>
                <a:cs typeface="NanumGothic"/>
              </a:rPr>
              <a:t>원본 일기는 계속 비공개로 유지한다. 편지 초안도 확정 전에는 전달하지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2749250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2809875" y="38814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840"/>
            </a:solidFill>
            <a:tail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5715000" y="38814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840"/>
            </a:solidFill>
            <a:tailEnd type="triangle" w="sm" len="sm"/>
          </a:ln>
        </p:spPr>
      </p:cxnSp>
      <p:cxnSp>
        <p:nvCxnSpPr>
          <p:cNvPr id="20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620000" y="25717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840"/>
            </a:solidFill>
            <a:tailEnd type="triangle" w="sm" len="sm"/>
          </a:ln>
        </p:spPr>
      </p:cxn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22145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840"/>
            </a:solidFill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09875" y="22145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5840"/>
            </a:solidFill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E5158-67B1-463B-B2A0-4CE65532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사망 확인과 공개 프로세스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B5500-6DA7-4FC7-8E93-240FAC19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운영 제안안이며 증빙 기준과 공개 대기 기간은 출시 전 확정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77EEA-AD6D-40EA-A0FE-ABEEA942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9DD7C-0718-42E8-8AAF-71BB91C7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20176-2E07-47D8-8B0E-5A775B9F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238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EFE5"/>
          </a:solidFill>
          <a:ln xmlns:a="http://schemas.openxmlformats.org/drawingml/2006/main" w="13335">
            <a:solidFill>
              <a:srgbClr val="28584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확인 요청 접수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09FA0-D4A7-4FD1-A6A7-7303C8A2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2238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EFE5"/>
          </a:solidFill>
          <a:ln xmlns:a="http://schemas.openxmlformats.org/drawingml/2006/main" w="13335">
            <a:solidFill>
              <a:srgbClr val="28584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본인·증빙 검토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BEC02-E643-463E-9782-A245F13E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2476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EFE5"/>
          </a:solidFill>
          <a:ln xmlns:a="http://schemas.openxmlformats.org/drawingml/2006/main" w="13335">
            <a:solidFill>
              <a:srgbClr val="28584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보완 또는 진행 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B6496-3CED-4EB3-8F63-03FEF749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2476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EFE5"/>
          </a:solidFill>
          <a:ln xmlns:a="http://schemas.openxmlformats.org/drawingml/2006/main" w="13335">
            <a:solidFill>
              <a:srgbClr val="28584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작성자 알림·이의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9ABED-84D8-479F-A69C-F9313F4A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24250"/>
            <a:ext cx="2238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EFE5"/>
          </a:solidFill>
          <a:ln xmlns:a="http://schemas.openxmlformats.org/drawingml/2006/main" w="13335">
            <a:solidFill>
              <a:srgbClr val="28584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최종 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8DFD3-9BAD-4EF2-BEEA-2E8C4C54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238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EFE5"/>
          </a:solidFill>
          <a:ln xmlns:a="http://schemas.openxmlformats.org/drawingml/2006/main" w="13335">
            <a:solidFill>
              <a:srgbClr val="28584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수신자 인증 후 열람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1FC39-D512-4BEB-BF5F-29ADB73A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584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285840"/>
                </a:solidFill>
                <a:latin typeface="NanumGothic"/>
                <a:ea typeface="NanumGothic"/>
                <a:cs typeface="NanumGothic"/>
              </a:rPr>
              <a:t>보완 필요: 자료 추가 제출    /    이의·진위 불명: 공개 중단 또는 보류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E4F25-1AE2-4930-A2CD-F5B426B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장기 미접속과 요청 접수만으로 공개하지 않는다. 운영 승인을 거쳐 지정 범위만 열람한다.</a:t>
            </a:r>
          </a:p>
        </p:txBody>
      </p:sp>
    </p:spTree>
    <p:extLst>
      <p:ext uri="{BB962C8B-B14F-4D97-AF65-F5344CB8AC3E}">
        <p14:creationId xmlns:p14="http://schemas.microsoft.com/office/powerpoint/2010/main" val="11187600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13B57-2192-4BB2-887E-AD639E54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기록과 공개 상태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579C3-32B4-4952-9121-BD832E2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0497E-0559-4D85-BE6E-F6D44460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5238750"/>
                <a:gridCol w="4191000"/>
              </a:tblGrid>
              <a:tr h="682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대상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상태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다음 처리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일상 기록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저장 중 / 저장 완료 / 저장 실패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재시도 또는 수정, 항상 비공개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편지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초안 / 전달 지정 / 전달 해제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사용자가 확정하거나 목록에서 제외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확인 대기 / 확인 완료 / 만료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연락처 재확인, 열람 시 본인확인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확인 요청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접수 / 검토 / 보완 / 공개 전 확인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자료 검토와 이의 처리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승인 / 보류 / 중단 / 열람 가능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승인 시 권한 부여, 중단 시 접근 회수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5734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CAA7F-4F77-4741-B61B-CA041E26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 공통 설계 원칙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34394-1A15-4DF1-942F-9F0E8576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37674-C528-4901-B51C-7642E75A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E394C-D755-44B3-99C7-0C9FAE19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840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285840"/>
                </a:solidFill>
                <a:latin typeface="NanumGothic"/>
                <a:ea typeface="NanumGothic"/>
                <a:cs typeface="NanumGothic"/>
              </a:rPr>
              <a:t>기록에 바로 접근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86E60-0849-4F02-B915-8ECAB3B4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가입 후 수신자 설정을 건너뛸 수 있다. 작성 화면에서는 입력과 저장 상태에 집중한다.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14C8C-4E18-4D7B-8F76-A58610CF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840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285840"/>
                </a:solidFill>
                <a:latin typeface="NanumGothic"/>
                <a:ea typeface="NanumGothic"/>
                <a:cs typeface="NanumGothic"/>
              </a:rPr>
              <a:t>공개 범위를 항상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E45F4-5F57-4C05-90AA-25FC423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일상 기록은 나만 보기, 편지는 수신자와 사후 전달 조건을 명확히 표시한다.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74463-B02F-4E88-BF46-BF80A98E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386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840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285840"/>
                </a:solidFill>
                <a:latin typeface="NanumGothic"/>
                <a:ea typeface="NanumGothic"/>
                <a:cs typeface="NanumGothic"/>
              </a:rPr>
              <a:t>상태와 오류를 이해할 수 있게 안내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4F1E3-9B1F-423E-AB31-3FE9D18F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초안, 저장 실패, 연락처 미확인, 검토 중을 구분하고 다음 행동을 제시한다.</a:t>
            </a:r>
          </a:p>
        </p:txBody>
      </p:sp>
    </p:spTree>
    <p:extLst>
      <p:ext uri="{BB962C8B-B14F-4D97-AF65-F5344CB8AC3E}">
        <p14:creationId xmlns:p14="http://schemas.microsoft.com/office/powerpoint/2010/main" val="3325019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08B5E-345F-47CE-9DD6-E6A8091F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01. 오늘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46DFD-0FDF-488E-9201-B3160A5D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UI-01    진입 메뉴  오늘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71DBF-F888-4BA4-83B8-F674A0E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6EFF0-2664-43F5-AD41-936D7628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15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3fb5f898c4894"/>
          <a:stretch xmlns:a="http://schemas.openxmlformats.org/drawingml/2006/main"/>
        </p:blipFill>
        <p:spPr>
          <a:xfrm xmlns:a="http://schemas.openxmlformats.org/drawingml/2006/main">
            <a:off x="947005" y="1600200"/>
            <a:ext cx="2354140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질문·자유 작성 중 원하는 방식으로 시작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질문 선택 시 질문이 포함된 작성 화면으로 이동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최근 기록은 작성자 본인 기록만 표시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기록이 없으면 첫 기록 안내, 불러오기 실패 시 재시도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DA38A-487B-4801-987A-F83C5C41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7085231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794A6-2CBD-4BF1-98B8-F992D488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02. 기록 작성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551C3-F6B5-4572-9E52-0CB6817A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UI-02    진입 메뉴 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41A06-5294-4F7D-9B34-679D143F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2889D-C75C-4C56-9157-F914B5B4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16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5bd09212b43ee"/>
          <a:stretch xmlns:a="http://schemas.openxmlformats.org/drawingml/2006/main"/>
        </p:blipFill>
        <p:spPr>
          <a:xfrm xmlns:a="http://schemas.openxmlformats.org/drawingml/2006/main">
            <a:off x="951674" y="1600200"/>
            <a:ext cx="2344803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제목과 본문을 입력하고 자동 저장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상단 완료로 종료, 저장 상태를 입력창 아래 표시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일상 기록은 기본 비공개, 수신자에게 자동 노출 금지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저장 실패 시 내용 유지·재시도. 시안의 중복 저장 버튼은 통합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47155-D7BA-4750-9E47-40505186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866325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E7E00-F887-44B8-BB2B-68F135B2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03. 전할 편지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C3368-60F6-4709-913E-C2C3DB93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UI-03    진입 메뉴  편지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16FDB-E257-4538-8B8C-4F83B115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E91A5-924B-43E7-A81D-E3967939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17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e7b31a3c94f6b"/>
          <a:stretch xmlns:a="http://schemas.openxmlformats.org/drawingml/2006/main"/>
        </p:blipFill>
        <p:spPr>
          <a:xfrm xmlns:a="http://schemas.openxmlformats.org/drawingml/2006/main">
            <a:off x="837827" y="1600200"/>
            <a:ext cx="2572495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수신자별 편지와 연락처 상태를 한눈에 확인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사람 카드로 목록 이동, 새 편지 작성, 조건 관리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초안과 전달 지정 편지를 분리하여 표시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수신자가 없으면 추가 안내, 미확인 연락처는 확인 요청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89D31-5AB5-455A-8BBB-5278FDD5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2639364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86AC0-15E9-407F-8445-0E2C5F2A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04. 전달 미리보기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1E39F-26F3-4875-8EA2-F3132523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UI-04    진입 메뉴  편지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A8367-4D2E-4DE2-BB6A-4D70E803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3D9F6-9CC5-4AAE-BD75-65F97A90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18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0aa0ed5c2436b"/>
          <a:stretch xmlns:a="http://schemas.openxmlformats.org/drawingml/2006/main"/>
        </p:blipFill>
        <p:spPr>
          <a:xfrm xmlns:a="http://schemas.openxmlformats.org/drawingml/2006/main">
            <a:off x="832553" y="1600200"/>
            <a:ext cx="2583045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선택한 수신자에게 공개할 목록과 내용 확인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받는 사람·편지 확인 후 전달 설정 저장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확정한 편지와 당부만 포함, 일상 기록 제외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편지 체크 해제 시 전달 목록에서 제외, 원본은 유지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73B2D-DCEC-4320-9BB0-2D594831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4477733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F23CE-FD8E-417E-AFF0-5C89D9B8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05. 첫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D1E20-CE3D-478A-B492-6F854072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UI-05    진입 메뉴  가입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8F79A-B9DF-4FCD-A4E1-1EA42D29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67CE1-8113-4286-A2C5-1FA68601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19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53fc230234380"/>
          <a:stretch xmlns:a="http://schemas.openxmlformats.org/drawingml/2006/main"/>
        </p:blipFill>
        <p:spPr>
          <a:xfrm xmlns:a="http://schemas.openxmlformats.org/drawingml/2006/main">
            <a:off x="981847" y="1600200"/>
            <a:ext cx="2284455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서비스 가치와 비공개·전달 원칙 안내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이메일 가입 또는 기존 계정 로그인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가입 전에 기록과 사후 전달의 차이를 설명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사망 관련 설정을 강제하지 않고 첫 기록으로 연결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6895F-5D49-430C-A9E3-EFB02BCA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4686154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A7C65-DBE8-4BFE-AB1C-A809240C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06. 계정 만들기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9833E-34A4-4D30-BC16-68E2A3F4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UI-06    진입 메뉴  가입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1B771-2027-4B9D-BF40-31925B2C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9EE9D-7DEC-4505-92CA-D49E02B5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20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3d9ffb8784281"/>
          <a:stretch xmlns:a="http://schemas.openxmlformats.org/drawingml/2006/main"/>
        </p:blipFill>
        <p:spPr>
          <a:xfrm xmlns:a="http://schemas.openxmlformats.org/drawingml/2006/main">
            <a:off x="1006816" y="1600200"/>
            <a:ext cx="2234519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이메일·비밀번호·동의 항목 입력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가입 요청 후 인증 이메일 발송, 인증 완료 후 이용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필수 약관과 선택 소식 수신 동의를 분리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중복 이메일·형식·비밀번호 불일치 안내, 인증 재전송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AE716-4F29-4429-AADE-9551A86F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9572579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6ADC2-EA1D-4671-B493-2A98019E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07. 첫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442AF-139C-44E2-BF47-30DB798A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UI-07    진입 메뉴  가입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0C5AA-BAF4-4D8A-81D6-25F3EA84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0759A-6DB2-4707-ADE2-DBF58776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21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498981eca4452"/>
          <a:stretch xmlns:a="http://schemas.openxmlformats.org/drawingml/2006/main"/>
        </p:blipFill>
        <p:spPr>
          <a:xfrm xmlns:a="http://schemas.openxmlformats.org/drawingml/2006/main">
            <a:off x="1057124" y="1600200"/>
            <a:ext cx="2133902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현재 감정 선택 후 짧은 질문에 답변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감정은 선택 입력, 기록 저장 후 오늘 화면 이동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첫 기록은 비공개, 수신자는 나중에 설정 가능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공백 기록 저장 방지, 저장 실패 시 입력 보존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27438-CE1F-4912-9BCD-D01FC24E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9963869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DDA85-D6BF-4081-BC04-ABEC29CC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08. 기록 알림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6BC12-38FB-4D6E-ACC7-4ACFD2A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UI-08    진입 메뉴  설정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5FD28-430B-4B3B-BE3A-DAFE02D8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458F2-86B7-4285-A205-AEB8DF1E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22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56d785a8842d6"/>
          <a:stretch xmlns:a="http://schemas.openxmlformats.org/drawingml/2006/main"/>
        </p:blipFill>
        <p:spPr>
          <a:xfrm xmlns:a="http://schemas.openxmlformats.org/drawingml/2006/main">
            <a:off x="1078835" y="1600200"/>
            <a:ext cx="2090480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빈도·요일·시간을 사용자에게 맞게 설정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켜기·끄기, 시간 선택, 설정 완료 또는 나중에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알림 내용 숨기기와 연계, 기본 빈도는 사용자 선택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알림 권한 거부 시 설정 안내, 중복 발송 방지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3C4F5-ECA5-4DDE-AFFF-8C24AA33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6151027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613C1-3CA6-47B4-8CE8-24F73725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09. 기록 모아보기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DF156-6E34-427F-8451-75CE9A4C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UI-09    진입 메뉴 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7A69B-A6A5-4872-8EDC-7A0D7301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BBCAC-EA6B-4B9E-B2E8-77ED9BA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23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6eaeef1714316"/>
          <a:stretch xmlns:a="http://schemas.openxmlformats.org/drawingml/2006/main"/>
        </p:blipFill>
        <p:spPr>
          <a:xfrm xmlns:a="http://schemas.openxmlformats.org/drawingml/2006/main">
            <a:off x="924872" y="1600200"/>
            <a:ext cx="2398405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검색·유형·기간으로 기록 찾기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목록 선택으로 상세 이동, 작성 버튼으로 새 기록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본인 기록만 조회, 이미지 첨부는 후속 검토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빈 결과·로딩·실패 안내, 날짜와 요일은 실제 값으로 표시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53313-555B-4139-99BE-69C298C6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4921194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94727-A54A-4764-B28A-7058DBC9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10. 기록 상세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8E555-4528-4F9F-8C62-4CA95A67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UI-10    진입 메뉴 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E6ED4-2E78-4D8D-9F5A-E1325970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85812-D102-4E7D-88B2-FD85E3AA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24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08680419a4e52"/>
          <a:stretch xmlns:a="http://schemas.openxmlformats.org/drawingml/2006/main"/>
        </p:blipFill>
        <p:spPr>
          <a:xfrm xmlns:a="http://schemas.openxmlformats.org/drawingml/2006/main">
            <a:off x="921717" y="1600200"/>
            <a:ext cx="2404717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본문 열람, 수정, 편지 초안으로 복사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수정 시 작성 화면 이동, 복사 후 수신자 선택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복사는 별도 편지 생성, 일기 원본 비공개 유지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삭제 확인 필요, 이미 복사한 편지에는 수정 자동 반영 금지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F269E-8D6F-43CD-930E-1637EE32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21356177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E00EA-5B39-405B-BB9A-268DAA2D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11. 지난 나 돌아보기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CF344-EEA5-467A-9202-1DDCFBEC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UI-11    진입 메뉴  기록 / P1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2ACF8-4D76-4464-8E99-AB4EF1B6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DEA87-BE67-4469-A365-18145917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25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60c1b15c14c8a"/>
          <a:stretch xmlns:a="http://schemas.openxmlformats.org/drawingml/2006/main"/>
        </p:blipFill>
        <p:spPr>
          <a:xfrm xmlns:a="http://schemas.openxmlformats.org/drawingml/2006/main">
            <a:off x="844008" y="1600200"/>
            <a:ext cx="2560134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과거 기록을 읽고 현재 생각을 새로 작성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한 달 전·일 년 전 조회, 현재 답변 저장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과거 원문은 유지하고 새 기록으로 연결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해당 기간 기록이 없으면 다른 기간 또는 자유 작성 안내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50C7B-8BF1-4A8B-BAE7-EE3D47EA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2665703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49289-B15B-41BB-BF0F-B9923BD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12. AI 글 정리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9E752-C7AE-4C57-8F26-AA32F8BC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UI-12    진입 메뉴  기록 / P1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6B6B0-3442-4164-B4F7-04944D1D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0A1C5-D87C-4D52-9A65-00F7EE47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2a4f56f4f43e4"/>
          <a:stretch xmlns:a="http://schemas.openxmlformats.org/drawingml/2006/main"/>
        </p:blipFill>
        <p:spPr>
          <a:xfrm xmlns:a="http://schemas.openxmlformats.org/drawingml/2006/main">
            <a:off x="844008" y="1600200"/>
            <a:ext cx="2560134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문장 다듬기·핵심 정리·질문 제안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사용자가 선택한 글을 확인 후 처리, 적용 전 비교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원문 보관, 사용자 최종 확인 없이 편지 확정 금지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처리 실패 시 원문 유지. 사실 추가 여부를 사용자에게 확인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A23C6-567F-4821-8449-09DC5D0C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5077106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AE976-B633-41E4-94A6-8183BC26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13. 편지 쓰기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A7DA4-31BC-4359-89A9-8BB0CA5A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UI-13    진입 메뉴  편지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966FD-C08D-4E98-80C3-04314092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7CBD7-F971-478B-93E3-1ACCE477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27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0f8e3e3be4a29"/>
          <a:stretch xmlns:a="http://schemas.openxmlformats.org/drawingml/2006/main"/>
        </p:blipFill>
        <p:spPr>
          <a:xfrm xmlns:a="http://schemas.openxmlformats.org/drawingml/2006/main">
            <a:off x="832252" y="1600200"/>
            <a:ext cx="2583647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수신자·제목·본문을 작성하고 초안 저장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미리보기 후 확정, 임시 저장은 초안으로 보관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확정 전에는 전달 목록에 포함하지 않는다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수신자·본문 누락 시 안내, 자동 저장 상태 제공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6A7C3-40A7-4B01-ABB4-7AACB0C5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1447873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4AD88-017F-4ADF-9CA3-3F74C1D0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14. 받는 사람 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DE551-C8D0-4283-8492-785CB2F5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UI-14    진입 메뉴  편지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5FCC6-2642-4759-86DD-081B471B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D970F-1BAE-4B6C-A905-0223131C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28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69a72bfa44e9a"/>
          <a:stretch xmlns:a="http://schemas.openxmlformats.org/drawingml/2006/main"/>
        </p:blipFill>
        <p:spPr>
          <a:xfrm xmlns:a="http://schemas.openxmlformats.org/drawingml/2006/main">
            <a:off x="837118" y="1600200"/>
            <a:ext cx="2573915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이름·관계·연락처 입력 후 확인 안내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발송 내용 미리보기와 동의 후 이메일 또는 문자 발송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연락처 확인 안내에 편지 본문을 포함하지 않는다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오입력·중복·발송 실패·확인 만료 시 수정 및 재전송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AD775-4829-4BCD-8D69-DBFFB667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97077922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F720A-1FA9-4987-A30E-3A98E95E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15. 사람별 편지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43F9C-600B-4354-9D7D-383A83B8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UI-15    진입 메뉴  편지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2378C-DA7B-4516-A24D-834287FA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5C8C0-C108-407A-B5F1-18EA1CDE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29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b33424d014294"/>
          <a:stretch xmlns:a="http://schemas.openxmlformats.org/drawingml/2006/main"/>
        </p:blipFill>
        <p:spPr>
          <a:xfrm xmlns:a="http://schemas.openxmlformats.org/drawingml/2006/main">
            <a:off x="742753" y="1600200"/>
            <a:ext cx="2762643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한 사람에게 남긴 편지·당부·초안 관리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연락처 수정, 편지 추가, 수신자 화면 미리보기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초안과 전달 지정 상태를 명확히 분리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 삭제 시 해당 전달 지정을 해제, 내용 삭제는 별도 확인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3028A-8B4D-4CF3-8624-95141DDC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4864663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AA756-E14C-45A7-AB56-6E3CFA84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16. 전달 준비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F94F8-6428-4438-AC86-09E8B2CE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UI-16    진입 메뉴  설정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A9F9A-2939-49CC-820E-F96440C7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6D938-6D4D-4627-9CBE-F8F99366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30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60ec719294a81"/>
          <a:stretch xmlns:a="http://schemas.openxmlformats.org/drawingml/2006/main"/>
        </p:blipFill>
        <p:spPr>
          <a:xfrm xmlns:a="http://schemas.openxmlformats.org/drawingml/2006/main">
            <a:off x="746098" y="1600200"/>
            <a:ext cx="2755954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수신자·편지·확인 담당자·조건 누락 점검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문제 항목을 누르면 해당 설정 화면으로 이동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확인 담당자 역할과 열람 권한을 구분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미확인 수신자 및 조건 누락 시 준비 미완료 표시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FE148-154A-4C78-9FD3-EAD616FA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7730078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1B1E6-8B10-4168-A12A-3788CDC4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17. 전달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6461B-F237-46F1-A697-C7E87C51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UI-17    진입 메뉴  설정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973B6-3BE0-417B-B960-08447469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AE8BD-129A-4167-BBA9-BB689655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31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a114afb764aaf"/>
          <a:stretch xmlns:a="http://schemas.openxmlformats.org/drawingml/2006/main"/>
        </p:blipFill>
        <p:spPr>
          <a:xfrm xmlns:a="http://schemas.openxmlformats.org/drawingml/2006/main">
            <a:off x="1029759" y="1600200"/>
            <a:ext cx="2188632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확인 담당자·작성자 연락처·공개 조건 관리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연락처 확인 후 저장, 변경 이력 기록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미접속만으로 공개하지 않음, 수신자별 권한 적용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변경 사항은 공개 전 기준에 반영, 검토 중 변경은 별도 확인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1AFC7-8C65-4D2E-B395-4A6BC8C8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85179611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7DDEA-924F-44BA-92C8-F8468AF7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18. 사망 확인 요청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A8879-A9B4-4C50-BCF5-CF767594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UI-18    진입 메뉴  외부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07F72-7D7E-4907-8CDA-B60C8DD7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D5683-AC1B-4AA9-B9E0-AC81576A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32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ff7d683a741cf"/>
          <a:stretch xmlns:a="http://schemas.openxmlformats.org/drawingml/2006/main"/>
        </p:blipFill>
        <p:spPr>
          <a:xfrm xmlns:a="http://schemas.openxmlformats.org/drawingml/2006/main">
            <a:off x="1026809" y="1600200"/>
            <a:ext cx="2194531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요청자 인증과 확인 자료 제출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필수 정보·자료 확인 후 접수, 접수 번호 발급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요청 접수만으로 편지 열람 권한을 부여하지 않음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미인증·자료 누락·파일 오류 시 제출 차단 및 안내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79D57-4BF6-465F-AADF-9BBB27B5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7778366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140E0-D972-4B76-AD73-2E2CFAEB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19. 요청 진행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1A310-D276-4D98-9E0D-80D59288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UI-19    진입 메뉴  외부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5E92E-1503-4712-8988-4A91A7FD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8BDD2-67BB-4F3D-A6EA-7448535C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33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6cd57498f4a42"/>
          <a:stretch xmlns:a="http://schemas.openxmlformats.org/drawingml/2006/main"/>
        </p:blipFill>
        <p:spPr>
          <a:xfrm xmlns:a="http://schemas.openxmlformats.org/drawingml/2006/main">
            <a:off x="802261" y="1600200"/>
            <a:ext cx="2643628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접수·검토·보완·공개 전 확인 상태 조회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추가 자료 제출, 문의, 처리 결과 확인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요청 상태만 표시, 승인 전 편지 내용 숨김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작성자의 중단 신청은 본인확인 후 즉시 공개 보류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381BF-1101-4760-8CC8-1971AB8A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88436258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72DF2-1378-4BAA-8405-E8730C41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20. 받은 편지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9091-9791-4404-9B33-C5CF4856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UI-20    진입 메뉴  수신자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33DAD-0D6D-45A4-BB25-C47EFF7F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44036-4AF4-475E-B27B-37C008CD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34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e1ef8894d4e53"/>
          <a:stretch xmlns:a="http://schemas.openxmlformats.org/drawingml/2006/main"/>
        </p:blipFill>
        <p:spPr>
          <a:xfrm xmlns:a="http://schemas.openxmlformats.org/drawingml/2006/main">
            <a:off x="802261" y="1600200"/>
            <a:ext cx="2643628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확인 완료 후 지정된 편지와 당부 열람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 인증 후 접근, 다른 편지 선택 및 보관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본인에게 지정한 항목만 열람, 보관 허용 정책 별도 설정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만료·권한 없음·중단 시 접근 차단, 인증 재진행 안내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8A0FF-D1B0-4592-8FF0-76DEFE86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83947707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3E113-ED0B-4818-ABD0-5DE62D1E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21. 남겨두는 당부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17D6D-78EB-4268-8C45-2440C73F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UI-21    진입 메뉴  편지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96D1B-300B-4A82-92F0-9A6BF9AC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DCF04-0DBA-4993-805F-D6F63EB4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35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a980e817240a4"/>
          <a:stretch xmlns:a="http://schemas.openxmlformats.org/drawingml/2006/main"/>
        </p:blipFill>
        <p:spPr>
          <a:xfrm xmlns:a="http://schemas.openxmlformats.org/drawingml/2006/main">
            <a:off x="999679" y="1600200"/>
            <a:ext cx="2248792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반려동물·물건·생활 속 부탁을 기록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수신자와 내용을 확인 후 전달 목록에 저장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마음 전달 범위의 당부, 법적 효력을 보장하는 기능은 제외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수신자·내용 누락 안내, 유형 변경 시 입력 내용 유지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1392E-0E30-4367-B8D3-95E0A8BF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27484392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B293E-6BB8-4442-91A0-49F558E2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22. 설정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3F54F-A165-4201-A442-545F4F42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UI-22    진입 메뉴  설정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894D8-E82F-40F2-BE59-716BB61F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47A4C-A52F-4D26-97E8-E934A455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36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5b527a97a4fdd"/>
          <a:stretch xmlns:a="http://schemas.openxmlformats.org/drawingml/2006/main"/>
        </p:blipFill>
        <p:spPr>
          <a:xfrm xmlns:a="http://schemas.openxmlformats.org/drawingml/2006/main">
            <a:off x="1004254" y="1600200"/>
            <a:ext cx="2239642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계정·보안·기록·전달 설정으로 접근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각 메뉴로 이동, 준비 점검의 미완료 항목 표시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하단 메뉴는 오늘·기록·편지·설정으로 통일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연락처 변경 재인증, 탈퇴 전 내보내기와 삭제 범위 안내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956D9-66F8-4685-ABF5-B8C876F3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40328481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E4F32-6B59-401F-BB9E-BC12681E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23. 앱 잠금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D261E-C21F-46A5-A0EC-77E86628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UI-23    진입 메뉴  설정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32C06-C580-4EC9-9623-49427E4D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826B2-9BD5-48E7-B06C-50AEF9AB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37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4635f198743a5"/>
          <a:stretch xmlns:a="http://schemas.openxmlformats.org/drawingml/2006/main"/>
        </p:blipFill>
        <p:spPr>
          <a:xfrm xmlns:a="http://schemas.openxmlformats.org/drawingml/2006/main">
            <a:off x="903026" y="1600200"/>
            <a:ext cx="2442098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잠금 방식과 알림 미리보기 설정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생체 인증 또는 비밀번호, 자동 잠금 시점 선택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앱 잠금과 서버 인증·열람 권한은 별도로 적용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생체 인증 실패 시 비밀번호, 복구 시 본인확인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CEFF2-BF6F-4178-AF20-AF2AB369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202324576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C20DE-B61B-4A30-8D62-FD289621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화면설계 24. 내 기록 내보내기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42576-1A94-4B5F-94DF-B66C5EC7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화면 ID  UI-24    진입 메뉴  설정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E717D-CB15-477E-ABBE-E40EDA92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567D2-E2AC-465B-BC06-7D7E4385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38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5b893d7b049f4"/>
          <a:stretch xmlns:a="http://schemas.openxmlformats.org/drawingml/2006/main"/>
        </p:blipFill>
        <p:spPr>
          <a:xfrm xmlns:a="http://schemas.openxmlformats.org/drawingml/2006/main">
            <a:off x="894216" y="1600200"/>
            <a:ext cx="2459718" cy="46958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3905250" y="1714500"/>
          <a:ext xmlns:a="http://schemas.openxmlformats.org/drawingml/2006/main" cx="7715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6096000"/>
              </a:tblGrid>
              <a:tr h="7962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구분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기능 및 동작 설명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목적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항목·기간·형식을 선택해 개인 보관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동작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파일 생성 상태 표시, 완료 후 다운로드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공개·저장 규칙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반출해도 원본은 유지, 파일 보호 기능은 지원 형식에 적용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예외·보완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생성 실패 재시도, 빈 범위 안내, 다운로드 링크 만료 처리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18BF4-9744-4D5F-AD7C-07FCE7A2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이미지는 콘셉트 시안이며, 동작 기준은 우측 명세를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157628900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7658A-DE28-42EC-884B-E2719BCC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출시 전 확정할 정책과 검증 항목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EE5A2-E6DF-4FF6-8E02-2582696E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아래 기준은 제안 단계이며 구체적인 수치와 절차는 별도 확정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B4257-264E-4B27-B2AF-0B819335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CD194-AEB6-4430-B12A-79C630E5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39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1049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858250"/>
              </a:tblGrid>
              <a:tr h="698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항목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확정 또는 검증 내용</a:t>
                      </a:r>
                    </a:p>
                  </a:txBody>
                  <a:tcPr marL="114300" marR="114300" marT="95250" marB="95250">
                    <a:solidFill>
                      <a:srgbClr val="285840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사망 확인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인정 증빙, 담당자 지정 방식, 검토 책임자, 대기 기간, 이의·진위 불명 처리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보관과 종료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자료 보유·삭제 기간, 계정 탈퇴, 서비스 종료 시 반출 및 안내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운영 비용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장기 보관 비용, 검토 인력, 알림 비용, 과금 방식과 중단 시 처리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사용성 검증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첫 기록 완료, 반복 작성, 수신자 설정 완료, 공개 범위 이해 여부</a:t>
                      </a:r>
                    </a:p>
                  </a:txBody>
                  <a:tcPr marL="114300" marR="114300" marT="95250" marB="95250">
                    <a:solidFill>
                      <a:srgbClr val="E9EFE5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출시 점검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C25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저장 실패 복구, 수신자별 접근 차단, 요청 중단, 오공개 대응 훈련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32628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2737F-C183-417C-B20E-A64D66D7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3000" b="1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BDA02-79FF-4601-82E5-398E04AF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05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v0.1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912BB-7624-4AC6-96FC-2C2C446D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2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CE5A0-38BD-4EFC-88BD-EA338724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5840"/>
                </a:solidFill>
                <a:latin typeface="NanumGothic"/>
                <a:ea typeface="NanumGothic"/>
                <a:cs typeface="NanumGothic"/>
              </a:defRPr>
            </a:pPr>
            <a:r>
              <a:rPr sz="3600" b="1">
                <a:solidFill>
                  <a:srgbClr val="285840"/>
                </a:solidFill>
                <a:latin typeface="NanumGothic"/>
                <a:ea typeface="NanumGothic"/>
                <a:cs typeface="NanumGothic"/>
              </a:rPr>
              <a:t>오늘의 나를 남기는 기록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CF3DB-DCBD-43D9-948C-29CE158F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2250" b="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나를 돌아보는 일상에서 시작해</a:t>
            </a:r>
          </a:p>
          <a:p xmlns:a="http://schemas.openxmlformats.org/drawingml/2006/main">
            <a:pPr>
              <a:defRPr sz="2250" b="0">
                <a:solidFill>
                  <a:srgbClr val="182C25"/>
                </a:solidFill>
                <a:latin typeface="NanumGothic"/>
                <a:ea typeface="NanumGothic"/>
                <a:cs typeface="NanumGothic"/>
              </a:defRPr>
            </a:pPr>
            <a:r>
              <a:rPr sz="2250" b="0">
                <a:solidFill>
                  <a:srgbClr val="182C25"/>
                </a:solidFill>
                <a:latin typeface="NanumGothic"/>
                <a:ea typeface="NanumGothic"/>
                <a:cs typeface="NanumGothic"/>
              </a:rPr>
              <a:t>소중한 사람에게 전할 마음으로 이어집니다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8BBFE-39B6-482E-A9A6-8B66CAF4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46A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64746A"/>
                </a:solidFill>
                <a:latin typeface="NanumGothic"/>
                <a:ea typeface="NanumGothic"/>
                <a:cs typeface="NanumGothic"/>
              </a:rPr>
              <a:t>마음기록 서비스 기획서   v0.1</a:t>
            </a:r>
          </a:p>
        </p:txBody>
      </p:sp>
    </p:spTree>
    <p:extLst>
      <p:ext uri="{BB962C8B-B14F-4D97-AF65-F5344CB8AC3E}">
        <p14:creationId xmlns:p14="http://schemas.microsoft.com/office/powerpoint/2010/main" val="814935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2026-10-03T16:37:18.8850000Z</dcterms:created>
  <dcterms:modified xsi:type="dcterms:W3CDTF">2026-10-03T16:37:18.8850000Z</dcterms:modified>
</coreProperties>
</file>